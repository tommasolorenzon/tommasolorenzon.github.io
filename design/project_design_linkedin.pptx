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</p:sldIdLst>
  <p:sldSz cx="15243175" cy="79644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0762E"/>
    <a:srgbClr val="DAD7CE"/>
    <a:srgbClr val="F9F8F4"/>
    <a:srgbClr val="FFFFFF"/>
    <a:srgbClr val="646E7E"/>
    <a:srgbClr val="0E14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771"/>
    <p:restoredTop sz="94658"/>
  </p:normalViewPr>
  <p:slideViewPr>
    <p:cSldViewPr snapToGrid="0">
      <p:cViewPr varScale="1">
        <p:scale>
          <a:sx n="103" d="100"/>
          <a:sy n="103" d="100"/>
        </p:scale>
        <p:origin x="10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5397" y="1303448"/>
            <a:ext cx="11432381" cy="2772822"/>
          </a:xfrm>
        </p:spPr>
        <p:txBody>
          <a:bodyPr anchor="b"/>
          <a:lstStyle>
            <a:lvl1pPr algn="ctr">
              <a:defRPr sz="696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5397" y="4183200"/>
            <a:ext cx="11432381" cy="1922907"/>
          </a:xfrm>
        </p:spPr>
        <p:txBody>
          <a:bodyPr/>
          <a:lstStyle>
            <a:lvl1pPr marL="0" indent="0" algn="ctr">
              <a:buNone/>
              <a:defRPr sz="2787"/>
            </a:lvl1pPr>
            <a:lvl2pPr marL="530946" indent="0" algn="ctr">
              <a:buNone/>
              <a:defRPr sz="2323"/>
            </a:lvl2pPr>
            <a:lvl3pPr marL="1061893" indent="0" algn="ctr">
              <a:buNone/>
              <a:defRPr sz="2090"/>
            </a:lvl3pPr>
            <a:lvl4pPr marL="1592839" indent="0" algn="ctr">
              <a:buNone/>
              <a:defRPr sz="1858"/>
            </a:lvl4pPr>
            <a:lvl5pPr marL="2123785" indent="0" algn="ctr">
              <a:buNone/>
              <a:defRPr sz="1858"/>
            </a:lvl5pPr>
            <a:lvl6pPr marL="2654732" indent="0" algn="ctr">
              <a:buNone/>
              <a:defRPr sz="1858"/>
            </a:lvl6pPr>
            <a:lvl7pPr marL="3185678" indent="0" algn="ctr">
              <a:buNone/>
              <a:defRPr sz="1858"/>
            </a:lvl7pPr>
            <a:lvl8pPr marL="3716625" indent="0" algn="ctr">
              <a:buNone/>
              <a:defRPr sz="1858"/>
            </a:lvl8pPr>
            <a:lvl9pPr marL="4247571" indent="0" algn="ctr">
              <a:buNone/>
              <a:defRPr sz="185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7315C-4E43-904B-8827-06BF5321D791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1CF63-5902-AF40-B63C-636B1A529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18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7315C-4E43-904B-8827-06BF5321D791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1CF63-5902-AF40-B63C-636B1A529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591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0029" y="1985592"/>
            <a:ext cx="13147238" cy="3313005"/>
          </a:xfrm>
        </p:spPr>
        <p:txBody>
          <a:bodyPr anchor="b"/>
          <a:lstStyle>
            <a:lvl1pPr>
              <a:defRPr sz="696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0029" y="5329940"/>
            <a:ext cx="13147238" cy="1742231"/>
          </a:xfrm>
        </p:spPr>
        <p:txBody>
          <a:bodyPr/>
          <a:lstStyle>
            <a:lvl1pPr marL="0" indent="0">
              <a:buNone/>
              <a:defRPr sz="2787">
                <a:solidFill>
                  <a:schemeClr val="tx1">
                    <a:tint val="82000"/>
                  </a:schemeClr>
                </a:solidFill>
              </a:defRPr>
            </a:lvl1pPr>
            <a:lvl2pPr marL="530946" indent="0">
              <a:buNone/>
              <a:defRPr sz="2323">
                <a:solidFill>
                  <a:schemeClr val="tx1">
                    <a:tint val="82000"/>
                  </a:schemeClr>
                </a:solidFill>
              </a:defRPr>
            </a:lvl2pPr>
            <a:lvl3pPr marL="1061893" indent="0">
              <a:buNone/>
              <a:defRPr sz="2090">
                <a:solidFill>
                  <a:schemeClr val="tx1">
                    <a:tint val="82000"/>
                  </a:schemeClr>
                </a:solidFill>
              </a:defRPr>
            </a:lvl3pPr>
            <a:lvl4pPr marL="1592839" indent="0">
              <a:buNone/>
              <a:defRPr sz="1858">
                <a:solidFill>
                  <a:schemeClr val="tx1">
                    <a:tint val="82000"/>
                  </a:schemeClr>
                </a:solidFill>
              </a:defRPr>
            </a:lvl4pPr>
            <a:lvl5pPr marL="2123785" indent="0">
              <a:buNone/>
              <a:defRPr sz="1858">
                <a:solidFill>
                  <a:schemeClr val="tx1">
                    <a:tint val="82000"/>
                  </a:schemeClr>
                </a:solidFill>
              </a:defRPr>
            </a:lvl5pPr>
            <a:lvl6pPr marL="2654732" indent="0">
              <a:buNone/>
              <a:defRPr sz="1858">
                <a:solidFill>
                  <a:schemeClr val="tx1">
                    <a:tint val="82000"/>
                  </a:schemeClr>
                </a:solidFill>
              </a:defRPr>
            </a:lvl6pPr>
            <a:lvl7pPr marL="3185678" indent="0">
              <a:buNone/>
              <a:defRPr sz="1858">
                <a:solidFill>
                  <a:schemeClr val="tx1">
                    <a:tint val="82000"/>
                  </a:schemeClr>
                </a:solidFill>
              </a:defRPr>
            </a:lvl7pPr>
            <a:lvl8pPr marL="3716625" indent="0">
              <a:buNone/>
              <a:defRPr sz="1858">
                <a:solidFill>
                  <a:schemeClr val="tx1">
                    <a:tint val="82000"/>
                  </a:schemeClr>
                </a:solidFill>
              </a:defRPr>
            </a:lvl8pPr>
            <a:lvl9pPr marL="4247571" indent="0">
              <a:buNone/>
              <a:defRPr sz="185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7315C-4E43-904B-8827-06BF5321D791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1CF63-5902-AF40-B63C-636B1A529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048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47968" y="2120176"/>
            <a:ext cx="6478349" cy="50533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716858" y="2120176"/>
            <a:ext cx="6478349" cy="50533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7315C-4E43-904B-8827-06BF5321D791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1CF63-5902-AF40-B63C-636B1A529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456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9954" y="424036"/>
            <a:ext cx="13147238" cy="15394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9954" y="1952406"/>
            <a:ext cx="6448577" cy="956844"/>
          </a:xfrm>
        </p:spPr>
        <p:txBody>
          <a:bodyPr anchor="b"/>
          <a:lstStyle>
            <a:lvl1pPr marL="0" indent="0">
              <a:buNone/>
              <a:defRPr sz="2787" b="1"/>
            </a:lvl1pPr>
            <a:lvl2pPr marL="530946" indent="0">
              <a:buNone/>
              <a:defRPr sz="2323" b="1"/>
            </a:lvl2pPr>
            <a:lvl3pPr marL="1061893" indent="0">
              <a:buNone/>
              <a:defRPr sz="2090" b="1"/>
            </a:lvl3pPr>
            <a:lvl4pPr marL="1592839" indent="0">
              <a:buNone/>
              <a:defRPr sz="1858" b="1"/>
            </a:lvl4pPr>
            <a:lvl5pPr marL="2123785" indent="0">
              <a:buNone/>
              <a:defRPr sz="1858" b="1"/>
            </a:lvl5pPr>
            <a:lvl6pPr marL="2654732" indent="0">
              <a:buNone/>
              <a:defRPr sz="1858" b="1"/>
            </a:lvl6pPr>
            <a:lvl7pPr marL="3185678" indent="0">
              <a:buNone/>
              <a:defRPr sz="1858" b="1"/>
            </a:lvl7pPr>
            <a:lvl8pPr marL="3716625" indent="0">
              <a:buNone/>
              <a:defRPr sz="1858" b="1"/>
            </a:lvl8pPr>
            <a:lvl9pPr marL="4247571" indent="0">
              <a:buNone/>
              <a:defRPr sz="185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9954" y="2909251"/>
            <a:ext cx="6448577" cy="42790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716857" y="1952406"/>
            <a:ext cx="6480335" cy="956844"/>
          </a:xfrm>
        </p:spPr>
        <p:txBody>
          <a:bodyPr anchor="b"/>
          <a:lstStyle>
            <a:lvl1pPr marL="0" indent="0">
              <a:buNone/>
              <a:defRPr sz="2787" b="1"/>
            </a:lvl1pPr>
            <a:lvl2pPr marL="530946" indent="0">
              <a:buNone/>
              <a:defRPr sz="2323" b="1"/>
            </a:lvl2pPr>
            <a:lvl3pPr marL="1061893" indent="0">
              <a:buNone/>
              <a:defRPr sz="2090" b="1"/>
            </a:lvl3pPr>
            <a:lvl4pPr marL="1592839" indent="0">
              <a:buNone/>
              <a:defRPr sz="1858" b="1"/>
            </a:lvl4pPr>
            <a:lvl5pPr marL="2123785" indent="0">
              <a:buNone/>
              <a:defRPr sz="1858" b="1"/>
            </a:lvl5pPr>
            <a:lvl6pPr marL="2654732" indent="0">
              <a:buNone/>
              <a:defRPr sz="1858" b="1"/>
            </a:lvl6pPr>
            <a:lvl7pPr marL="3185678" indent="0">
              <a:buNone/>
              <a:defRPr sz="1858" b="1"/>
            </a:lvl7pPr>
            <a:lvl8pPr marL="3716625" indent="0">
              <a:buNone/>
              <a:defRPr sz="1858" b="1"/>
            </a:lvl8pPr>
            <a:lvl9pPr marL="4247571" indent="0">
              <a:buNone/>
              <a:defRPr sz="185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716857" y="2909251"/>
            <a:ext cx="6480335" cy="42790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7315C-4E43-904B-8827-06BF5321D791}" type="datetimeFigureOut">
              <a:rPr lang="en-US" smtClean="0"/>
              <a:t>5/4/26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1CF63-5902-AF40-B63C-636B1A529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374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7315C-4E43-904B-8827-06BF5321D791}" type="datetimeFigureOut">
              <a:rPr lang="en-US" smtClean="0"/>
              <a:t>5/4/26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1CF63-5902-AF40-B63C-636B1A529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116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7315C-4E43-904B-8827-06BF5321D791}" type="datetimeFigureOut">
              <a:rPr lang="en-US" smtClean="0"/>
              <a:t>5/4/26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1CF63-5902-AF40-B63C-636B1A529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714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9954" y="530966"/>
            <a:ext cx="4916320" cy="1858381"/>
          </a:xfrm>
        </p:spPr>
        <p:txBody>
          <a:bodyPr anchor="b"/>
          <a:lstStyle>
            <a:lvl1pPr>
              <a:defRPr sz="371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80335" y="1146739"/>
            <a:ext cx="7716857" cy="5659949"/>
          </a:xfrm>
        </p:spPr>
        <p:txBody>
          <a:bodyPr/>
          <a:lstStyle>
            <a:lvl1pPr>
              <a:defRPr sz="3716"/>
            </a:lvl1pPr>
            <a:lvl2pPr>
              <a:defRPr sz="3252"/>
            </a:lvl2pPr>
            <a:lvl3pPr>
              <a:defRPr sz="2787"/>
            </a:lvl3pPr>
            <a:lvl4pPr>
              <a:defRPr sz="2323"/>
            </a:lvl4pPr>
            <a:lvl5pPr>
              <a:defRPr sz="2323"/>
            </a:lvl5pPr>
            <a:lvl6pPr>
              <a:defRPr sz="2323"/>
            </a:lvl6pPr>
            <a:lvl7pPr>
              <a:defRPr sz="2323"/>
            </a:lvl7pPr>
            <a:lvl8pPr>
              <a:defRPr sz="2323"/>
            </a:lvl8pPr>
            <a:lvl9pPr>
              <a:defRPr sz="232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9954" y="2389346"/>
            <a:ext cx="4916320" cy="4426560"/>
          </a:xfrm>
        </p:spPr>
        <p:txBody>
          <a:bodyPr/>
          <a:lstStyle>
            <a:lvl1pPr marL="0" indent="0">
              <a:buNone/>
              <a:defRPr sz="1858"/>
            </a:lvl1pPr>
            <a:lvl2pPr marL="530946" indent="0">
              <a:buNone/>
              <a:defRPr sz="1626"/>
            </a:lvl2pPr>
            <a:lvl3pPr marL="1061893" indent="0">
              <a:buNone/>
              <a:defRPr sz="1394"/>
            </a:lvl3pPr>
            <a:lvl4pPr marL="1592839" indent="0">
              <a:buNone/>
              <a:defRPr sz="1161"/>
            </a:lvl4pPr>
            <a:lvl5pPr marL="2123785" indent="0">
              <a:buNone/>
              <a:defRPr sz="1161"/>
            </a:lvl5pPr>
            <a:lvl6pPr marL="2654732" indent="0">
              <a:buNone/>
              <a:defRPr sz="1161"/>
            </a:lvl6pPr>
            <a:lvl7pPr marL="3185678" indent="0">
              <a:buNone/>
              <a:defRPr sz="1161"/>
            </a:lvl7pPr>
            <a:lvl8pPr marL="3716625" indent="0">
              <a:buNone/>
              <a:defRPr sz="1161"/>
            </a:lvl8pPr>
            <a:lvl9pPr marL="4247571" indent="0">
              <a:buNone/>
              <a:defRPr sz="116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7315C-4E43-904B-8827-06BF5321D791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1CF63-5902-AF40-B63C-636B1A529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6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9954" y="530966"/>
            <a:ext cx="4916320" cy="1858381"/>
          </a:xfrm>
        </p:spPr>
        <p:txBody>
          <a:bodyPr anchor="b"/>
          <a:lstStyle>
            <a:lvl1pPr>
              <a:defRPr sz="371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80335" y="1146739"/>
            <a:ext cx="7716857" cy="5659949"/>
          </a:xfrm>
        </p:spPr>
        <p:txBody>
          <a:bodyPr anchor="t"/>
          <a:lstStyle>
            <a:lvl1pPr marL="0" indent="0">
              <a:buNone/>
              <a:defRPr sz="3716"/>
            </a:lvl1pPr>
            <a:lvl2pPr marL="530946" indent="0">
              <a:buNone/>
              <a:defRPr sz="3252"/>
            </a:lvl2pPr>
            <a:lvl3pPr marL="1061893" indent="0">
              <a:buNone/>
              <a:defRPr sz="2787"/>
            </a:lvl3pPr>
            <a:lvl4pPr marL="1592839" indent="0">
              <a:buNone/>
              <a:defRPr sz="2323"/>
            </a:lvl4pPr>
            <a:lvl5pPr marL="2123785" indent="0">
              <a:buNone/>
              <a:defRPr sz="2323"/>
            </a:lvl5pPr>
            <a:lvl6pPr marL="2654732" indent="0">
              <a:buNone/>
              <a:defRPr sz="2323"/>
            </a:lvl6pPr>
            <a:lvl7pPr marL="3185678" indent="0">
              <a:buNone/>
              <a:defRPr sz="2323"/>
            </a:lvl7pPr>
            <a:lvl8pPr marL="3716625" indent="0">
              <a:buNone/>
              <a:defRPr sz="2323"/>
            </a:lvl8pPr>
            <a:lvl9pPr marL="4247571" indent="0">
              <a:buNone/>
              <a:defRPr sz="232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9954" y="2389346"/>
            <a:ext cx="4916320" cy="4426560"/>
          </a:xfrm>
        </p:spPr>
        <p:txBody>
          <a:bodyPr/>
          <a:lstStyle>
            <a:lvl1pPr marL="0" indent="0">
              <a:buNone/>
              <a:defRPr sz="1858"/>
            </a:lvl1pPr>
            <a:lvl2pPr marL="530946" indent="0">
              <a:buNone/>
              <a:defRPr sz="1626"/>
            </a:lvl2pPr>
            <a:lvl3pPr marL="1061893" indent="0">
              <a:buNone/>
              <a:defRPr sz="1394"/>
            </a:lvl3pPr>
            <a:lvl4pPr marL="1592839" indent="0">
              <a:buNone/>
              <a:defRPr sz="1161"/>
            </a:lvl4pPr>
            <a:lvl5pPr marL="2123785" indent="0">
              <a:buNone/>
              <a:defRPr sz="1161"/>
            </a:lvl5pPr>
            <a:lvl6pPr marL="2654732" indent="0">
              <a:buNone/>
              <a:defRPr sz="1161"/>
            </a:lvl6pPr>
            <a:lvl7pPr marL="3185678" indent="0">
              <a:buNone/>
              <a:defRPr sz="1161"/>
            </a:lvl7pPr>
            <a:lvl8pPr marL="3716625" indent="0">
              <a:buNone/>
              <a:defRPr sz="1161"/>
            </a:lvl8pPr>
            <a:lvl9pPr marL="4247571" indent="0">
              <a:buNone/>
              <a:defRPr sz="116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7315C-4E43-904B-8827-06BF5321D791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1CF63-5902-AF40-B63C-636B1A529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975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7315C-4E43-904B-8827-06BF5321D791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1CF63-5902-AF40-B63C-636B1A529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945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908397" y="424035"/>
            <a:ext cx="3286810" cy="67495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47968" y="424035"/>
            <a:ext cx="9669889" cy="67495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7315C-4E43-904B-8827-06BF5321D791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1CF63-5902-AF40-B63C-636B1A529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14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7969" y="424036"/>
            <a:ext cx="13147238" cy="15394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7969" y="2120176"/>
            <a:ext cx="13147238" cy="50533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47968" y="7381901"/>
            <a:ext cx="3429714" cy="4240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9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A7315C-4E43-904B-8827-06BF5321D791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49302" y="7381901"/>
            <a:ext cx="5144572" cy="4240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9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65493" y="7381901"/>
            <a:ext cx="3429714" cy="4240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9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61CF63-5902-AF40-B63C-636B1A529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27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61893" rtl="0" eaLnBrk="1" latinLnBrk="0" hangingPunct="1">
        <a:lnSpc>
          <a:spcPct val="90000"/>
        </a:lnSpc>
        <a:spcBef>
          <a:spcPct val="0"/>
        </a:spcBef>
        <a:buNone/>
        <a:defRPr sz="51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5473" indent="-265473" algn="l" defTabSz="1061893" rtl="0" eaLnBrk="1" latinLnBrk="0" hangingPunct="1">
        <a:lnSpc>
          <a:spcPct val="90000"/>
        </a:lnSpc>
        <a:spcBef>
          <a:spcPts val="1161"/>
        </a:spcBef>
        <a:buFont typeface="Arial" panose="020B0604020202020204" pitchFamily="34" charset="0"/>
        <a:buChar char="•"/>
        <a:defRPr sz="3252" kern="1200">
          <a:solidFill>
            <a:schemeClr val="tx1"/>
          </a:solidFill>
          <a:latin typeface="+mn-lt"/>
          <a:ea typeface="+mn-ea"/>
          <a:cs typeface="+mn-cs"/>
        </a:defRPr>
      </a:lvl1pPr>
      <a:lvl2pPr marL="796420" indent="-265473" algn="l" defTabSz="1061893" rtl="0" eaLnBrk="1" latinLnBrk="0" hangingPunct="1">
        <a:lnSpc>
          <a:spcPct val="90000"/>
        </a:lnSpc>
        <a:spcBef>
          <a:spcPts val="581"/>
        </a:spcBef>
        <a:buFont typeface="Arial" panose="020B0604020202020204" pitchFamily="34" charset="0"/>
        <a:buChar char="•"/>
        <a:defRPr sz="2787" kern="1200">
          <a:solidFill>
            <a:schemeClr val="tx1"/>
          </a:solidFill>
          <a:latin typeface="+mn-lt"/>
          <a:ea typeface="+mn-ea"/>
          <a:cs typeface="+mn-cs"/>
        </a:defRPr>
      </a:lvl2pPr>
      <a:lvl3pPr marL="1327366" indent="-265473" algn="l" defTabSz="1061893" rtl="0" eaLnBrk="1" latinLnBrk="0" hangingPunct="1">
        <a:lnSpc>
          <a:spcPct val="90000"/>
        </a:lnSpc>
        <a:spcBef>
          <a:spcPts val="581"/>
        </a:spcBef>
        <a:buFont typeface="Arial" panose="020B0604020202020204" pitchFamily="34" charset="0"/>
        <a:buChar char="•"/>
        <a:defRPr sz="2323" kern="1200">
          <a:solidFill>
            <a:schemeClr val="tx1"/>
          </a:solidFill>
          <a:latin typeface="+mn-lt"/>
          <a:ea typeface="+mn-ea"/>
          <a:cs typeface="+mn-cs"/>
        </a:defRPr>
      </a:lvl3pPr>
      <a:lvl4pPr marL="1858312" indent="-265473" algn="l" defTabSz="1061893" rtl="0" eaLnBrk="1" latinLnBrk="0" hangingPunct="1">
        <a:lnSpc>
          <a:spcPct val="90000"/>
        </a:lnSpc>
        <a:spcBef>
          <a:spcPts val="581"/>
        </a:spcBef>
        <a:buFont typeface="Arial" panose="020B0604020202020204" pitchFamily="34" charset="0"/>
        <a:buChar char="•"/>
        <a:defRPr sz="2090" kern="1200">
          <a:solidFill>
            <a:schemeClr val="tx1"/>
          </a:solidFill>
          <a:latin typeface="+mn-lt"/>
          <a:ea typeface="+mn-ea"/>
          <a:cs typeface="+mn-cs"/>
        </a:defRPr>
      </a:lvl4pPr>
      <a:lvl5pPr marL="2389259" indent="-265473" algn="l" defTabSz="1061893" rtl="0" eaLnBrk="1" latinLnBrk="0" hangingPunct="1">
        <a:lnSpc>
          <a:spcPct val="90000"/>
        </a:lnSpc>
        <a:spcBef>
          <a:spcPts val="581"/>
        </a:spcBef>
        <a:buFont typeface="Arial" panose="020B0604020202020204" pitchFamily="34" charset="0"/>
        <a:buChar char="•"/>
        <a:defRPr sz="2090" kern="1200">
          <a:solidFill>
            <a:schemeClr val="tx1"/>
          </a:solidFill>
          <a:latin typeface="+mn-lt"/>
          <a:ea typeface="+mn-ea"/>
          <a:cs typeface="+mn-cs"/>
        </a:defRPr>
      </a:lvl5pPr>
      <a:lvl6pPr marL="2920205" indent="-265473" algn="l" defTabSz="1061893" rtl="0" eaLnBrk="1" latinLnBrk="0" hangingPunct="1">
        <a:lnSpc>
          <a:spcPct val="90000"/>
        </a:lnSpc>
        <a:spcBef>
          <a:spcPts val="581"/>
        </a:spcBef>
        <a:buFont typeface="Arial" panose="020B0604020202020204" pitchFamily="34" charset="0"/>
        <a:buChar char="•"/>
        <a:defRPr sz="2090" kern="1200">
          <a:solidFill>
            <a:schemeClr val="tx1"/>
          </a:solidFill>
          <a:latin typeface="+mn-lt"/>
          <a:ea typeface="+mn-ea"/>
          <a:cs typeface="+mn-cs"/>
        </a:defRPr>
      </a:lvl6pPr>
      <a:lvl7pPr marL="3451151" indent="-265473" algn="l" defTabSz="1061893" rtl="0" eaLnBrk="1" latinLnBrk="0" hangingPunct="1">
        <a:lnSpc>
          <a:spcPct val="90000"/>
        </a:lnSpc>
        <a:spcBef>
          <a:spcPts val="581"/>
        </a:spcBef>
        <a:buFont typeface="Arial" panose="020B0604020202020204" pitchFamily="34" charset="0"/>
        <a:buChar char="•"/>
        <a:defRPr sz="2090" kern="1200">
          <a:solidFill>
            <a:schemeClr val="tx1"/>
          </a:solidFill>
          <a:latin typeface="+mn-lt"/>
          <a:ea typeface="+mn-ea"/>
          <a:cs typeface="+mn-cs"/>
        </a:defRPr>
      </a:lvl7pPr>
      <a:lvl8pPr marL="3982098" indent="-265473" algn="l" defTabSz="1061893" rtl="0" eaLnBrk="1" latinLnBrk="0" hangingPunct="1">
        <a:lnSpc>
          <a:spcPct val="90000"/>
        </a:lnSpc>
        <a:spcBef>
          <a:spcPts val="581"/>
        </a:spcBef>
        <a:buFont typeface="Arial" panose="020B0604020202020204" pitchFamily="34" charset="0"/>
        <a:buChar char="•"/>
        <a:defRPr sz="2090" kern="1200">
          <a:solidFill>
            <a:schemeClr val="tx1"/>
          </a:solidFill>
          <a:latin typeface="+mn-lt"/>
          <a:ea typeface="+mn-ea"/>
          <a:cs typeface="+mn-cs"/>
        </a:defRPr>
      </a:lvl8pPr>
      <a:lvl9pPr marL="4513044" indent="-265473" algn="l" defTabSz="1061893" rtl="0" eaLnBrk="1" latinLnBrk="0" hangingPunct="1">
        <a:lnSpc>
          <a:spcPct val="90000"/>
        </a:lnSpc>
        <a:spcBef>
          <a:spcPts val="581"/>
        </a:spcBef>
        <a:buFont typeface="Arial" panose="020B0604020202020204" pitchFamily="34" charset="0"/>
        <a:buChar char="•"/>
        <a:defRPr sz="20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61893" rtl="0" eaLnBrk="1" latinLnBrk="0" hangingPunct="1">
        <a:defRPr sz="2090" kern="1200">
          <a:solidFill>
            <a:schemeClr val="tx1"/>
          </a:solidFill>
          <a:latin typeface="+mn-lt"/>
          <a:ea typeface="+mn-ea"/>
          <a:cs typeface="+mn-cs"/>
        </a:defRPr>
      </a:lvl1pPr>
      <a:lvl2pPr marL="530946" algn="l" defTabSz="1061893" rtl="0" eaLnBrk="1" latinLnBrk="0" hangingPunct="1">
        <a:defRPr sz="2090" kern="1200">
          <a:solidFill>
            <a:schemeClr val="tx1"/>
          </a:solidFill>
          <a:latin typeface="+mn-lt"/>
          <a:ea typeface="+mn-ea"/>
          <a:cs typeface="+mn-cs"/>
        </a:defRPr>
      </a:lvl2pPr>
      <a:lvl3pPr marL="1061893" algn="l" defTabSz="1061893" rtl="0" eaLnBrk="1" latinLnBrk="0" hangingPunct="1">
        <a:defRPr sz="2090" kern="1200">
          <a:solidFill>
            <a:schemeClr val="tx1"/>
          </a:solidFill>
          <a:latin typeface="+mn-lt"/>
          <a:ea typeface="+mn-ea"/>
          <a:cs typeface="+mn-cs"/>
        </a:defRPr>
      </a:lvl3pPr>
      <a:lvl4pPr marL="1592839" algn="l" defTabSz="1061893" rtl="0" eaLnBrk="1" latinLnBrk="0" hangingPunct="1">
        <a:defRPr sz="2090" kern="1200">
          <a:solidFill>
            <a:schemeClr val="tx1"/>
          </a:solidFill>
          <a:latin typeface="+mn-lt"/>
          <a:ea typeface="+mn-ea"/>
          <a:cs typeface="+mn-cs"/>
        </a:defRPr>
      </a:lvl4pPr>
      <a:lvl5pPr marL="2123785" algn="l" defTabSz="1061893" rtl="0" eaLnBrk="1" latinLnBrk="0" hangingPunct="1">
        <a:defRPr sz="2090" kern="1200">
          <a:solidFill>
            <a:schemeClr val="tx1"/>
          </a:solidFill>
          <a:latin typeface="+mn-lt"/>
          <a:ea typeface="+mn-ea"/>
          <a:cs typeface="+mn-cs"/>
        </a:defRPr>
      </a:lvl5pPr>
      <a:lvl6pPr marL="2654732" algn="l" defTabSz="1061893" rtl="0" eaLnBrk="1" latinLnBrk="0" hangingPunct="1">
        <a:defRPr sz="2090" kern="1200">
          <a:solidFill>
            <a:schemeClr val="tx1"/>
          </a:solidFill>
          <a:latin typeface="+mn-lt"/>
          <a:ea typeface="+mn-ea"/>
          <a:cs typeface="+mn-cs"/>
        </a:defRPr>
      </a:lvl6pPr>
      <a:lvl7pPr marL="3185678" algn="l" defTabSz="1061893" rtl="0" eaLnBrk="1" latinLnBrk="0" hangingPunct="1">
        <a:defRPr sz="2090" kern="1200">
          <a:solidFill>
            <a:schemeClr val="tx1"/>
          </a:solidFill>
          <a:latin typeface="+mn-lt"/>
          <a:ea typeface="+mn-ea"/>
          <a:cs typeface="+mn-cs"/>
        </a:defRPr>
      </a:lvl7pPr>
      <a:lvl8pPr marL="3716625" algn="l" defTabSz="1061893" rtl="0" eaLnBrk="1" latinLnBrk="0" hangingPunct="1">
        <a:defRPr sz="2090" kern="1200">
          <a:solidFill>
            <a:schemeClr val="tx1"/>
          </a:solidFill>
          <a:latin typeface="+mn-lt"/>
          <a:ea typeface="+mn-ea"/>
          <a:cs typeface="+mn-cs"/>
        </a:defRPr>
      </a:lvl8pPr>
      <a:lvl9pPr marL="4247571" algn="l" defTabSz="1061893" rtl="0" eaLnBrk="1" latinLnBrk="0" hangingPunct="1">
        <a:defRPr sz="20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4CF81C0-2C5C-4289-533F-32EBB39FE2CF}"/>
              </a:ext>
            </a:extLst>
          </p:cNvPr>
          <p:cNvSpPr txBox="1"/>
          <p:nvPr/>
        </p:nvSpPr>
        <p:spPr>
          <a:xfrm>
            <a:off x="263236" y="1554947"/>
            <a:ext cx="31640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b="0" spc="220" dirty="0">
                <a:solidFill>
                  <a:srgbClr val="A0762E"/>
                </a:solidFill>
                <a:latin typeface="Inter" panose="02040502050405020303" pitchFamily="18" charset="0"/>
              </a:rPr>
              <a:t>PEER-REVIEWED RESEARCH · CERN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DF7514-0216-A081-1AD9-E8CA6E48C52A}"/>
              </a:ext>
            </a:extLst>
          </p:cNvPr>
          <p:cNvSpPr txBox="1"/>
          <p:nvPr/>
        </p:nvSpPr>
        <p:spPr>
          <a:xfrm>
            <a:off x="263236" y="4876439"/>
            <a:ext cx="3522503" cy="7052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400" spc="0" dirty="0">
                <a:solidFill>
                  <a:srgbClr val="646E7E"/>
                </a:solidFill>
                <a:latin typeface="Inter" panose="02040502050405020303" pitchFamily="18" charset="0"/>
              </a:rPr>
              <a:t>Lorenzon, T. et al · 2024</a:t>
            </a:r>
            <a:br>
              <a:rPr lang="en-US" sz="1400" dirty="0">
                <a:solidFill>
                  <a:srgbClr val="646E7E"/>
                </a:solidFill>
                <a:latin typeface="Georgia" panose="02040502050405020303" pitchFamily="18" charset="0"/>
              </a:rPr>
            </a:br>
            <a:r>
              <a:rPr lang="en-US" sz="1400" spc="0" dirty="0" err="1">
                <a:solidFill>
                  <a:srgbClr val="646E7E"/>
                </a:solidFill>
                <a:latin typeface="Inter" panose="02040502050405020303" pitchFamily="18" charset="0"/>
              </a:rPr>
              <a:t>AccelApp</a:t>
            </a:r>
            <a:r>
              <a:rPr lang="en-US" sz="1400" spc="0" dirty="0">
                <a:solidFill>
                  <a:srgbClr val="646E7E"/>
                </a:solidFill>
                <a:latin typeface="Inter" panose="02040502050405020303" pitchFamily="18" charset="0"/>
              </a:rPr>
              <a:t> ’24 — International Topical Meeting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70F19B-285D-8330-F5B9-DA470C7E6D58}"/>
              </a:ext>
            </a:extLst>
          </p:cNvPr>
          <p:cNvSpPr txBox="1"/>
          <p:nvPr/>
        </p:nvSpPr>
        <p:spPr>
          <a:xfrm>
            <a:off x="263236" y="2490801"/>
            <a:ext cx="881149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spc="-20" dirty="0">
                <a:solidFill>
                  <a:srgbClr val="0E1420"/>
                </a:solidFill>
                <a:latin typeface="Playfair Display" panose="02040502050405020303" pitchFamily="18" charset="0"/>
              </a:rPr>
              <a:t>High-Fidelity Monte Carlo Simulation Benchmark for Radiation Dose Modeling in ATLAS</a:t>
            </a:r>
            <a:endParaRPr lang="en-US" sz="3600" b="1" dirty="0">
              <a:solidFill>
                <a:srgbClr val="0E1420"/>
              </a:solidFill>
              <a:latin typeface="Georgia" panose="02040502050405020303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59133" y="7961313"/>
            <a:ext cx="14724909" cy="3175"/>
          </a:xfrm>
          <a:prstGeom prst="rect">
            <a:avLst/>
          </a:prstGeom>
          <a:solidFill>
            <a:srgbClr val="DAD7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857793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9293" y="1553075"/>
            <a:ext cx="914590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0" spc="220" dirty="0">
                <a:solidFill>
                  <a:srgbClr val="C9A84C"/>
                </a:solidFill>
                <a:latin typeface="Inter"/>
              </a:rPr>
              <a:t>NUCLEAR ENGINEER  ·  CERN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9293" y="2293771"/>
            <a:ext cx="9145905" cy="739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spc="-15">
                <a:solidFill>
                  <a:srgbClr val="EBE6DA"/>
                </a:solidFill>
                <a:latin typeface="Playfair Display"/>
              </a:rPr>
              <a:t>Tommaso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9293" y="2993795"/>
            <a:ext cx="9145905" cy="739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spc="-15" dirty="0">
                <a:solidFill>
                  <a:srgbClr val="7B7977"/>
                </a:solidFill>
                <a:latin typeface="Playfair Display"/>
              </a:rPr>
              <a:t>Lorenzon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9293" y="4897289"/>
            <a:ext cx="7011860" cy="705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dirty="0">
                <a:solidFill>
                  <a:srgbClr val="768294"/>
                </a:solidFill>
                <a:latin typeface="Inter"/>
              </a:rPr>
              <a:t>Monte Carlo simulation at scale (HPC)</a:t>
            </a:r>
            <a:r>
              <a:rPr lang="en-US" sz="1400" b="0" dirty="0">
                <a:solidFill>
                  <a:srgbClr val="768294"/>
                </a:solidFill>
                <a:latin typeface="Inter"/>
              </a:rPr>
              <a:t> | </a:t>
            </a:r>
            <a:r>
              <a:rPr sz="1400" b="0" dirty="0">
                <a:solidFill>
                  <a:srgbClr val="768294"/>
                </a:solidFill>
                <a:latin typeface="Inter"/>
              </a:rPr>
              <a:t>Uncertainty &amp; risk modeling</a:t>
            </a:r>
            <a:r>
              <a:rPr lang="en-US" sz="1400" b="0" dirty="0">
                <a:solidFill>
                  <a:srgbClr val="768294"/>
                </a:solidFill>
                <a:latin typeface="Inter"/>
              </a:rPr>
              <a:t> |</a:t>
            </a:r>
            <a:r>
              <a:rPr sz="1400" b="0" dirty="0">
                <a:solidFill>
                  <a:srgbClr val="768294"/>
                </a:solidFill>
                <a:latin typeface="Inter"/>
              </a:rPr>
              <a:t>
Technical coordination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7959988"/>
            <a:ext cx="15243175" cy="4500"/>
          </a:xfrm>
          <a:prstGeom prst="rect">
            <a:avLst/>
          </a:prstGeom>
          <a:solidFill>
            <a:srgbClr val="1C2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9CD1A-DB23-4305-A269-12DD97033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Palette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80A9EA-C5BB-0336-BA30-BB5149A54CE6}"/>
              </a:ext>
            </a:extLst>
          </p:cNvPr>
          <p:cNvSpPr/>
          <p:nvPr/>
        </p:nvSpPr>
        <p:spPr>
          <a:xfrm>
            <a:off x="10527248" y="2142014"/>
            <a:ext cx="3620530" cy="1570563"/>
          </a:xfrm>
          <a:prstGeom prst="rect">
            <a:avLst/>
          </a:prstGeom>
          <a:solidFill>
            <a:srgbClr val="DAD7C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4360A3-18B0-F17C-2A2E-9D2AE225DC44}"/>
              </a:ext>
            </a:extLst>
          </p:cNvPr>
          <p:cNvSpPr/>
          <p:nvPr/>
        </p:nvSpPr>
        <p:spPr>
          <a:xfrm>
            <a:off x="1095396" y="4935825"/>
            <a:ext cx="3620530" cy="1570563"/>
          </a:xfrm>
          <a:prstGeom prst="rect">
            <a:avLst/>
          </a:prstGeom>
          <a:solidFill>
            <a:srgbClr val="646E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F69068-1BFF-AF3B-5982-14E5570FE1A9}"/>
              </a:ext>
            </a:extLst>
          </p:cNvPr>
          <p:cNvSpPr/>
          <p:nvPr/>
        </p:nvSpPr>
        <p:spPr>
          <a:xfrm>
            <a:off x="10527248" y="4964832"/>
            <a:ext cx="3620530" cy="1570563"/>
          </a:xfrm>
          <a:prstGeom prst="rect">
            <a:avLst/>
          </a:prstGeom>
          <a:solidFill>
            <a:srgbClr val="A076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AD40C1-A478-BAC7-8E06-A06ED3D16DDC}"/>
              </a:ext>
            </a:extLst>
          </p:cNvPr>
          <p:cNvSpPr/>
          <p:nvPr/>
        </p:nvSpPr>
        <p:spPr>
          <a:xfrm>
            <a:off x="5811322" y="4964832"/>
            <a:ext cx="3620530" cy="1570563"/>
          </a:xfrm>
          <a:prstGeom prst="rect">
            <a:avLst/>
          </a:prstGeom>
          <a:solidFill>
            <a:srgbClr val="F9F8F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A054DDB-D8B5-5874-1A5F-B1BC0CF78445}"/>
              </a:ext>
            </a:extLst>
          </p:cNvPr>
          <p:cNvSpPr/>
          <p:nvPr/>
        </p:nvSpPr>
        <p:spPr>
          <a:xfrm>
            <a:off x="1095396" y="2142014"/>
            <a:ext cx="3620530" cy="1570563"/>
          </a:xfrm>
          <a:prstGeom prst="rect">
            <a:avLst/>
          </a:prstGeom>
          <a:solidFill>
            <a:srgbClr val="0E142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698558-372E-7A61-6451-17562B7DC35A}"/>
              </a:ext>
            </a:extLst>
          </p:cNvPr>
          <p:cNvSpPr/>
          <p:nvPr/>
        </p:nvSpPr>
        <p:spPr>
          <a:xfrm>
            <a:off x="5811322" y="2130178"/>
            <a:ext cx="3620530" cy="1570563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6343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55</TotalTime>
  <Words>54</Words>
  <Application>Microsoft Macintosh PowerPoint</Application>
  <PresentationFormat>Custom</PresentationFormat>
  <Paragraphs>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Aptos</vt:lpstr>
      <vt:lpstr>Aptos Display</vt:lpstr>
      <vt:lpstr>Arial</vt:lpstr>
      <vt:lpstr>Georgia</vt:lpstr>
      <vt:lpstr>Inter</vt:lpstr>
      <vt:lpstr>Playfair Display</vt:lpstr>
      <vt:lpstr>Office Theme</vt:lpstr>
      <vt:lpstr>PowerPoint Presentation</vt:lpstr>
      <vt:lpstr>PowerPoint Presentation</vt:lpstr>
      <vt:lpstr>Palette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Tommaso Lorenzon</dc:creator>
  <cp:lastModifiedBy>Tommaso Lorenzon</cp:lastModifiedBy>
  <cp:revision>7</cp:revision>
  <dcterms:created xsi:type="dcterms:W3CDTF">2026-03-15T16:04:26Z</dcterms:created>
  <dcterms:modified xsi:type="dcterms:W3CDTF">2026-05-04T19:52:44Z</dcterms:modified>
</cp:coreProperties>
</file>